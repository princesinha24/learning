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21"/>
  </p:normalViewPr>
  <p:slideViewPr>
    <p:cSldViewPr snapToGrid="0">
      <p:cViewPr varScale="1">
        <p:scale>
          <a:sx n="114" d="100"/>
          <a:sy n="114" d="100"/>
        </p:scale>
        <p:origin x="3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0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9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1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2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9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6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B6091-ED3F-A443-9C3C-2514C881A2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FA3CC-A519-5A4B-8813-5BA98A765BA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80F16-C043-2036-CEDA-BB0FB0CD5E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81700" y="8958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2227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6E622F-472F-0802-0FB3-9145C0282DE7}"/>
              </a:ext>
            </a:extLst>
          </p:cNvPr>
          <p:cNvSpPr/>
          <p:nvPr/>
        </p:nvSpPr>
        <p:spPr>
          <a:xfrm>
            <a:off x="156116" y="111512"/>
            <a:ext cx="6545766" cy="89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8A35F-2725-D264-B173-0584FF0EF3E0}"/>
              </a:ext>
            </a:extLst>
          </p:cNvPr>
          <p:cNvSpPr/>
          <p:nvPr/>
        </p:nvSpPr>
        <p:spPr>
          <a:xfrm>
            <a:off x="239750" y="199043"/>
            <a:ext cx="6378497" cy="87592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drawing of an elephant&#10;&#10;AI-generated content may be incorrect.">
            <a:extLst>
              <a:ext uri="{FF2B5EF4-FFF2-40B4-BE49-F238E27FC236}">
                <a16:creationId xmlns:a16="http://schemas.microsoft.com/office/drawing/2014/main" id="{F81BC87E-552F-76B7-8258-5AEA16368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506" y="223024"/>
            <a:ext cx="544987" cy="602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88A0F-38F8-1CA3-29A1-2B98DBD8CDF7}"/>
              </a:ext>
            </a:extLst>
          </p:cNvPr>
          <p:cNvSpPr txBox="1"/>
          <p:nvPr/>
        </p:nvSpPr>
        <p:spPr>
          <a:xfrm>
            <a:off x="2803137" y="858643"/>
            <a:ext cx="120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BIO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239B7-CCFC-76BE-D1ED-5B366792CBA1}"/>
              </a:ext>
            </a:extLst>
          </p:cNvPr>
          <p:cNvSpPr txBox="1"/>
          <p:nvPr/>
        </p:nvSpPr>
        <p:spPr>
          <a:xfrm>
            <a:off x="515046" y="1227975"/>
            <a:ext cx="1929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PERSONAL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2AAA0-B1C2-56AC-72D4-79C84CE1B72D}"/>
              </a:ext>
            </a:extLst>
          </p:cNvPr>
          <p:cNvSpPr txBox="1"/>
          <p:nvPr/>
        </p:nvSpPr>
        <p:spPr>
          <a:xfrm>
            <a:off x="663497" y="1639229"/>
            <a:ext cx="3346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Name 			:  Roshan Kumar Sinha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0F22F-9E77-8B2B-15E7-432FC5DD8F49}"/>
              </a:ext>
            </a:extLst>
          </p:cNvPr>
          <p:cNvSpPr txBox="1"/>
          <p:nvPr/>
        </p:nvSpPr>
        <p:spPr>
          <a:xfrm>
            <a:off x="663497" y="1835039"/>
            <a:ext cx="2987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Date of Birth 		:  07 Feb 1999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D9F36-6AAE-A7DE-CEB1-727ED8A39C34}"/>
              </a:ext>
            </a:extLst>
          </p:cNvPr>
          <p:cNvSpPr txBox="1"/>
          <p:nvPr/>
        </p:nvSpPr>
        <p:spPr>
          <a:xfrm>
            <a:off x="663497" y="2050483"/>
            <a:ext cx="2987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Height			: 165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04F86-3EFC-945E-B51B-A765586A2C5B}"/>
              </a:ext>
            </a:extLst>
          </p:cNvPr>
          <p:cNvSpPr txBox="1"/>
          <p:nvPr/>
        </p:nvSpPr>
        <p:spPr>
          <a:xfrm>
            <a:off x="660359" y="2466431"/>
            <a:ext cx="3904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Religion / Caste	: Hindu / Kurmi (Ghamaila)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39F5B-BEE9-68DA-83E0-9E419B8CC250}"/>
              </a:ext>
            </a:extLst>
          </p:cNvPr>
          <p:cNvSpPr txBox="1"/>
          <p:nvPr/>
        </p:nvSpPr>
        <p:spPr>
          <a:xfrm>
            <a:off x="663496" y="2665415"/>
            <a:ext cx="3769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Occupation		: Senior Software Engineer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2620AC-12DE-8F37-C301-5FC5F2538730}"/>
              </a:ext>
            </a:extLst>
          </p:cNvPr>
          <p:cNvSpPr txBox="1"/>
          <p:nvPr/>
        </p:nvSpPr>
        <p:spPr>
          <a:xfrm>
            <a:off x="660359" y="2862202"/>
            <a:ext cx="3010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Company 		: Cimpress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A7C6F-C7C6-85D3-F336-CE5F5921E56D}"/>
              </a:ext>
            </a:extLst>
          </p:cNvPr>
          <p:cNvSpPr txBox="1"/>
          <p:nvPr/>
        </p:nvSpPr>
        <p:spPr>
          <a:xfrm>
            <a:off x="685799" y="3079865"/>
            <a:ext cx="3757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Income 		: 28,00,000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61F50B-03FF-7300-9A0D-3CD898807BFB}"/>
              </a:ext>
            </a:extLst>
          </p:cNvPr>
          <p:cNvSpPr txBox="1"/>
          <p:nvPr/>
        </p:nvSpPr>
        <p:spPr>
          <a:xfrm>
            <a:off x="515046" y="3858091"/>
            <a:ext cx="1789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EDUCATION</a:t>
            </a:r>
            <a:r>
              <a:rPr lang="en-US" sz="1400" u="sng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14F6B0-54CC-A39E-5886-D4186E2A4A79}"/>
              </a:ext>
            </a:extLst>
          </p:cNvPr>
          <p:cNvSpPr txBox="1"/>
          <p:nvPr/>
        </p:nvSpPr>
        <p:spPr>
          <a:xfrm>
            <a:off x="637012" y="4156251"/>
            <a:ext cx="3335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B.Tech 			: BIT, Bangalore (8.2 CGPA)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374BD0-C0FB-57C4-16FF-8F83D6795791}"/>
              </a:ext>
            </a:extLst>
          </p:cNvPr>
          <p:cNvSpPr txBox="1"/>
          <p:nvPr/>
        </p:nvSpPr>
        <p:spPr>
          <a:xfrm>
            <a:off x="650252" y="4376896"/>
            <a:ext cx="296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</a:t>
            </a:r>
            <a:r>
              <a:rPr lang="en-US" sz="1200" baseline="30000" dirty="0"/>
              <a:t>th</a:t>
            </a:r>
            <a:r>
              <a:rPr lang="en-US" sz="1200" dirty="0"/>
              <a:t> 			: K V, Pune (93.2%)</a:t>
            </a:r>
            <a:r>
              <a:rPr lang="en-US" sz="1200" baseline="300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B90D13-B462-19AC-5A8A-783B83A1E188}"/>
              </a:ext>
            </a:extLst>
          </p:cNvPr>
          <p:cNvSpPr txBox="1"/>
          <p:nvPr/>
        </p:nvSpPr>
        <p:spPr>
          <a:xfrm>
            <a:off x="674648" y="4575379"/>
            <a:ext cx="3150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  <a:r>
              <a:rPr lang="en-US" sz="1200" baseline="30000" dirty="0"/>
              <a:t>th</a:t>
            </a:r>
            <a:r>
              <a:rPr lang="en-US" sz="1200" dirty="0"/>
              <a:t> 			: K V, Bareilly (10 CGPA)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E9CD8A-9F78-2AA1-A431-6EB16FC7E858}"/>
              </a:ext>
            </a:extLst>
          </p:cNvPr>
          <p:cNvSpPr txBox="1"/>
          <p:nvPr/>
        </p:nvSpPr>
        <p:spPr>
          <a:xfrm>
            <a:off x="674648" y="3288091"/>
            <a:ext cx="322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Permanent Address 	: Patna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D4F57E-2B95-CDED-5FDD-E2DCA18059D7}"/>
              </a:ext>
            </a:extLst>
          </p:cNvPr>
          <p:cNvSpPr txBox="1"/>
          <p:nvPr/>
        </p:nvSpPr>
        <p:spPr>
          <a:xfrm>
            <a:off x="674648" y="3498271"/>
            <a:ext cx="3512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Residential Address 	: Bangalore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6686D-64A1-23DC-F666-41872490AD4E}"/>
              </a:ext>
            </a:extLst>
          </p:cNvPr>
          <p:cNvSpPr txBox="1"/>
          <p:nvPr/>
        </p:nvSpPr>
        <p:spPr>
          <a:xfrm>
            <a:off x="515046" y="4897908"/>
            <a:ext cx="167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FAMILY DETAILS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69F2EC-F005-2711-7C92-ABCAF56B81CD}"/>
              </a:ext>
            </a:extLst>
          </p:cNvPr>
          <p:cNvSpPr txBox="1"/>
          <p:nvPr/>
        </p:nvSpPr>
        <p:spPr>
          <a:xfrm>
            <a:off x="663497" y="5214153"/>
            <a:ext cx="376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Father’s Name 		: Sanjay Kumar Sinha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11F90C-D4DC-9A49-0D4B-F5A5E9D9FCAD}"/>
              </a:ext>
            </a:extLst>
          </p:cNvPr>
          <p:cNvSpPr txBox="1"/>
          <p:nvPr/>
        </p:nvSpPr>
        <p:spPr>
          <a:xfrm>
            <a:off x="660359" y="5443002"/>
            <a:ext cx="4761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Father’s Occupation 		: W/O in Indian Air Force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EAC258-CFCD-ACEF-5140-291A247BEE6F}"/>
              </a:ext>
            </a:extLst>
          </p:cNvPr>
          <p:cNvSpPr txBox="1"/>
          <p:nvPr/>
        </p:nvSpPr>
        <p:spPr>
          <a:xfrm>
            <a:off x="637012" y="5653497"/>
            <a:ext cx="3541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Mother’s Name 		: R K Sinha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27A374-4613-CBCD-1DBA-1C7F8E18836F}"/>
              </a:ext>
            </a:extLst>
          </p:cNvPr>
          <p:cNvSpPr txBox="1"/>
          <p:nvPr/>
        </p:nvSpPr>
        <p:spPr>
          <a:xfrm>
            <a:off x="637012" y="5861866"/>
            <a:ext cx="3917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Mother’s Occupation 	: Housewife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42442-E22C-7312-5957-39A3DD64C309}"/>
              </a:ext>
            </a:extLst>
          </p:cNvPr>
          <p:cNvSpPr txBox="1"/>
          <p:nvPr/>
        </p:nvSpPr>
        <p:spPr>
          <a:xfrm>
            <a:off x="650252" y="6122785"/>
            <a:ext cx="4761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Brother’s Name (Younger) 	: Prince Sinha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AFAAC1-379F-B287-21F3-D9D6B6723238}"/>
              </a:ext>
            </a:extLst>
          </p:cNvPr>
          <p:cNvSpPr txBox="1"/>
          <p:nvPr/>
        </p:nvSpPr>
        <p:spPr>
          <a:xfrm>
            <a:off x="650252" y="6333813"/>
            <a:ext cx="533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Brother’s Occupation 	: Senior Software Engineer, Cisco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817410-81F7-3608-DB2A-0B46A8C0DE7A}"/>
              </a:ext>
            </a:extLst>
          </p:cNvPr>
          <p:cNvSpPr txBox="1"/>
          <p:nvPr/>
        </p:nvSpPr>
        <p:spPr>
          <a:xfrm>
            <a:off x="650252" y="6556036"/>
            <a:ext cx="4008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Grandfather’s Name 		: Late Satyendra Sinha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B6D7F4-E90C-E835-3CD9-7B21FC36377E}"/>
              </a:ext>
            </a:extLst>
          </p:cNvPr>
          <p:cNvSpPr txBox="1"/>
          <p:nvPr/>
        </p:nvSpPr>
        <p:spPr>
          <a:xfrm>
            <a:off x="650252" y="6776603"/>
            <a:ext cx="3537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Grandfather’s Occupation 	: Bada Babu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F4B5B5-F61F-E570-84A2-8B7501621EB7}"/>
              </a:ext>
            </a:extLst>
          </p:cNvPr>
          <p:cNvSpPr txBox="1"/>
          <p:nvPr/>
        </p:nvSpPr>
        <p:spPr>
          <a:xfrm>
            <a:off x="515046" y="7198659"/>
            <a:ext cx="28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CONTACT DETAILS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003CE9-4E95-3410-1204-E28D1ED0D390}"/>
              </a:ext>
            </a:extLst>
          </p:cNvPr>
          <p:cNvSpPr txBox="1"/>
          <p:nvPr/>
        </p:nvSpPr>
        <p:spPr>
          <a:xfrm>
            <a:off x="674648" y="7582617"/>
            <a:ext cx="4335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Contact Number 		: 9763188830/7887354877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C648D4-8794-CB62-DFB3-988E99449241}"/>
              </a:ext>
            </a:extLst>
          </p:cNvPr>
          <p:cNvSpPr txBox="1"/>
          <p:nvPr/>
        </p:nvSpPr>
        <p:spPr>
          <a:xfrm>
            <a:off x="685799" y="7834586"/>
            <a:ext cx="4454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Address 			: Jakariyapur, Patna, Bihar 800007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CEAD65-5A75-B752-35AC-EA03D42B073F}"/>
              </a:ext>
            </a:extLst>
          </p:cNvPr>
          <p:cNvSpPr txBox="1"/>
          <p:nvPr/>
        </p:nvSpPr>
        <p:spPr>
          <a:xfrm>
            <a:off x="650252" y="2231306"/>
            <a:ext cx="4059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Complexion 		: Fair</a:t>
            </a:r>
          </a:p>
        </p:txBody>
      </p:sp>
      <p:pic>
        <p:nvPicPr>
          <p:cNvPr id="38" name="Picture 37" descr="A person taking a selfie&#10;&#10;AI-generated content may be incorrect.">
            <a:extLst>
              <a:ext uri="{FF2B5EF4-FFF2-40B4-BE49-F238E27FC236}">
                <a16:creationId xmlns:a16="http://schemas.microsoft.com/office/drawing/2014/main" id="{A305A2C8-88E0-62F1-924C-817DDC7C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180" y="1227975"/>
            <a:ext cx="1585568" cy="27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2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6913-8042-B703-FA3D-24CC0047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0A2-AC0E-D4B9-44A9-F105A4B4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198</Words>
  <Application>Microsoft Macintosh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Sinha (princsin)</dc:creator>
  <cp:lastModifiedBy>Prince Sinha (princsin)</cp:lastModifiedBy>
  <cp:revision>2</cp:revision>
  <dcterms:created xsi:type="dcterms:W3CDTF">2025-11-17T16:12:02Z</dcterms:created>
  <dcterms:modified xsi:type="dcterms:W3CDTF">2025-11-17T17:46:42Z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